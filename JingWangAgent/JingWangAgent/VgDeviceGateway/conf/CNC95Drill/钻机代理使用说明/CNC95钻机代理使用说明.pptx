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9"/>
  </p:handoutMasterIdLst>
  <p:sldIdLst>
    <p:sldId id="269" r:id="rId4"/>
    <p:sldId id="405" r:id="rId6"/>
    <p:sldId id="413" r:id="rId7"/>
    <p:sldId id="268" r:id="rId8"/>
  </p:sldIdLst>
  <p:sldSz cx="12192000" cy="6858000"/>
  <p:notesSz cx="7103745" cy="10234295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122950"/>
    <a:srgbClr val="12284F"/>
    <a:srgbClr val="F6560D"/>
    <a:srgbClr val="FF6027"/>
    <a:srgbClr val="FB7000"/>
    <a:srgbClr val="F67522"/>
    <a:srgbClr val="12294F"/>
    <a:srgbClr val="273766"/>
    <a:srgbClr val="9990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gs" Target="tags/tag7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484AFA-B2F3-44EC-A0CC-D6379D2707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484AFA-B2F3-44EC-A0CC-D6379D2707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CA30-5C10-471E-9C2A-FF0528A6805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5453E-F9EA-4156-B8A5-5B89E97A86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CA30-5C10-471E-9C2A-FF0528A6805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5453E-F9EA-4156-B8A5-5B89E97A86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CA30-5C10-471E-9C2A-FF0528A6805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5453E-F9EA-4156-B8A5-5B89E97A86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CA30-5C10-471E-9C2A-FF0528A6805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5453E-F9EA-4156-B8A5-5B89E97A86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CA30-5C10-471E-9C2A-FF0528A6805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5453E-F9EA-4156-B8A5-5B89E97A86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CA30-5C10-471E-9C2A-FF0528A6805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5453E-F9EA-4156-B8A5-5B89E97A86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CA30-5C10-471E-9C2A-FF0528A6805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5453E-F9EA-4156-B8A5-5B89E97A86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CA30-5C10-471E-9C2A-FF0528A6805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5453E-F9EA-4156-B8A5-5B89E97A86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CA30-5C10-471E-9C2A-FF0528A6805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5453E-F9EA-4156-B8A5-5B89E97A86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CA30-5C10-471E-9C2A-FF0528A6805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5453E-F9EA-4156-B8A5-5B89E97A86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CA30-5C10-471E-9C2A-FF0528A6805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5453E-F9EA-4156-B8A5-5B89E97A86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Normal w/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Hierrarchy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Hierrarchy placehol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laceholder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ormal Center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ormal Center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ormal Center circle image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laceholder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placeholder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11446908" y="6379631"/>
            <a:ext cx="649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49B9A1CC-CF23-404A-A754-6B4803B2A082}" type="slidenum">
              <a:rPr lang="id-ID" sz="1400" smtClean="0">
                <a:solidFill>
                  <a:schemeClr val="tx1"/>
                </a:solidFill>
              </a:rPr>
            </a:fld>
            <a:endParaRPr lang="id-ID" sz="140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0727653" y="6392883"/>
            <a:ext cx="753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1400" b="1">
                <a:solidFill>
                  <a:schemeClr val="tx1"/>
                </a:solidFill>
                <a:latin typeface="+mn-lt"/>
              </a:rPr>
              <a:t>SLIDE  </a:t>
            </a:r>
            <a:endParaRPr lang="id-ID" sz="1400" b="1" dirty="0">
              <a:solidFill>
                <a:schemeClr val="tx1"/>
              </a:solidFill>
              <a:latin typeface="+mn-lt"/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11351924" y="6546086"/>
            <a:ext cx="116208" cy="686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ide placeholder TW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id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ide placeholder creativ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laceholder 4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kite 2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kite 3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0" hasCustomPrompt="1"/>
          </p:nvPr>
        </p:nvSpPr>
        <p:spPr>
          <a:xfrm>
            <a:off x="979427" y="0"/>
            <a:ext cx="6694415" cy="6858000"/>
          </a:xfrm>
          <a:custGeom>
            <a:avLst/>
            <a:gdLst>
              <a:gd name="connsiteX0" fmla="*/ 4503486 w 6694415"/>
              <a:gd name="connsiteY0" fmla="*/ 2951742 h 6858000"/>
              <a:gd name="connsiteX1" fmla="*/ 5459785 w 6694415"/>
              <a:gd name="connsiteY1" fmla="*/ 3347853 h 6858000"/>
              <a:gd name="connsiteX2" fmla="*/ 5459785 w 6694415"/>
              <a:gd name="connsiteY2" fmla="*/ 5260450 h 6858000"/>
              <a:gd name="connsiteX3" fmla="*/ 3862235 w 6694415"/>
              <a:gd name="connsiteY3" fmla="*/ 6858000 h 6858000"/>
              <a:gd name="connsiteX4" fmla="*/ 37042 w 6694415"/>
              <a:gd name="connsiteY4" fmla="*/ 6858000 h 6858000"/>
              <a:gd name="connsiteX5" fmla="*/ 3547188 w 6694415"/>
              <a:gd name="connsiteY5" fmla="*/ 3347853 h 6858000"/>
              <a:gd name="connsiteX6" fmla="*/ 4503486 w 6694415"/>
              <a:gd name="connsiteY6" fmla="*/ 2951742 h 6858000"/>
              <a:gd name="connsiteX7" fmla="*/ 2871192 w 6694415"/>
              <a:gd name="connsiteY7" fmla="*/ 0 h 6858000"/>
              <a:gd name="connsiteX8" fmla="*/ 6694415 w 6694415"/>
              <a:gd name="connsiteY8" fmla="*/ 0 h 6858000"/>
              <a:gd name="connsiteX9" fmla="*/ 6675887 w 6694415"/>
              <a:gd name="connsiteY9" fmla="*/ 20498 h 6858000"/>
              <a:gd name="connsiteX10" fmla="*/ 2308708 w 6694415"/>
              <a:gd name="connsiteY10" fmla="*/ 4387676 h 6858000"/>
              <a:gd name="connsiteX11" fmla="*/ 396110 w 6694415"/>
              <a:gd name="connsiteY11" fmla="*/ 4387676 h 6858000"/>
              <a:gd name="connsiteX12" fmla="*/ 396112 w 6694415"/>
              <a:gd name="connsiteY12" fmla="*/ 4387677 h 6858000"/>
              <a:gd name="connsiteX13" fmla="*/ 396112 w 6694415"/>
              <a:gd name="connsiteY13" fmla="*/ 247508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694415" h="6858000">
                <a:moveTo>
                  <a:pt x="4503486" y="2951742"/>
                </a:moveTo>
                <a:cubicBezTo>
                  <a:pt x="4849599" y="2951742"/>
                  <a:pt x="5195711" y="3083779"/>
                  <a:pt x="5459785" y="3347853"/>
                </a:cubicBezTo>
                <a:cubicBezTo>
                  <a:pt x="5987933" y="3876002"/>
                  <a:pt x="5987933" y="4732301"/>
                  <a:pt x="5459785" y="5260450"/>
                </a:cubicBezTo>
                <a:lnTo>
                  <a:pt x="3862235" y="6858000"/>
                </a:lnTo>
                <a:lnTo>
                  <a:pt x="37042" y="6858000"/>
                </a:lnTo>
                <a:lnTo>
                  <a:pt x="3547188" y="3347853"/>
                </a:lnTo>
                <a:cubicBezTo>
                  <a:pt x="3811262" y="3083779"/>
                  <a:pt x="4157375" y="2951742"/>
                  <a:pt x="4503486" y="2951742"/>
                </a:cubicBezTo>
                <a:close/>
                <a:moveTo>
                  <a:pt x="2871192" y="0"/>
                </a:moveTo>
                <a:lnTo>
                  <a:pt x="6694415" y="0"/>
                </a:lnTo>
                <a:lnTo>
                  <a:pt x="6675887" y="20498"/>
                </a:lnTo>
                <a:lnTo>
                  <a:pt x="2308708" y="4387676"/>
                </a:lnTo>
                <a:cubicBezTo>
                  <a:pt x="1780559" y="4915824"/>
                  <a:pt x="924258" y="4915825"/>
                  <a:pt x="396110" y="4387676"/>
                </a:cubicBezTo>
                <a:cubicBezTo>
                  <a:pt x="396111" y="4387676"/>
                  <a:pt x="396111" y="4387677"/>
                  <a:pt x="396112" y="4387677"/>
                </a:cubicBezTo>
                <a:cubicBezTo>
                  <a:pt x="-132037" y="3859529"/>
                  <a:pt x="-132037" y="3003229"/>
                  <a:pt x="396112" y="247508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>
            <a:outerShdw blurRad="419100" dist="342900" dir="5400000" sx="89000" sy="89000" algn="t" rotWithShape="0">
              <a:prstClr val="black">
                <a:alpha val="16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/>
              <a:t>Drag &amp; Drop Image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4184904" y="1517904"/>
            <a:ext cx="3822192" cy="3822192"/>
          </a:xfrm>
          <a:prstGeom prst="donu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>
            <a:outerShdw blurRad="50800" dist="25400" dir="5400000" algn="t" rotWithShape="0">
              <a:prstClr val="black">
                <a:alpha val="15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/>
              <a:t>Drag &amp; Drop Image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1" hasCustomPrompt="1"/>
          </p:nvPr>
        </p:nvSpPr>
        <p:spPr>
          <a:xfrm>
            <a:off x="4579776" y="0"/>
            <a:ext cx="7013473" cy="6858000"/>
          </a:xfrm>
          <a:custGeom>
            <a:avLst/>
            <a:gdLst>
              <a:gd name="connsiteX0" fmla="*/ 6604205 w 7013473"/>
              <a:gd name="connsiteY0" fmla="*/ 3576483 h 6858000"/>
              <a:gd name="connsiteX1" fmla="*/ 7013473 w 7013473"/>
              <a:gd name="connsiteY1" fmla="*/ 3985751 h 6858000"/>
              <a:gd name="connsiteX2" fmla="*/ 7013472 w 7013473"/>
              <a:gd name="connsiteY2" fmla="*/ 4988642 h 6858000"/>
              <a:gd name="connsiteX3" fmla="*/ 6604204 w 7013473"/>
              <a:gd name="connsiteY3" fmla="*/ 5397910 h 6858000"/>
              <a:gd name="connsiteX4" fmla="*/ 6604205 w 7013473"/>
              <a:gd name="connsiteY4" fmla="*/ 5397909 h 6858000"/>
              <a:gd name="connsiteX5" fmla="*/ 6194937 w 7013473"/>
              <a:gd name="connsiteY5" fmla="*/ 4988641 h 6858000"/>
              <a:gd name="connsiteX6" fmla="*/ 6194937 w 7013473"/>
              <a:gd name="connsiteY6" fmla="*/ 3985751 h 6858000"/>
              <a:gd name="connsiteX7" fmla="*/ 6604205 w 7013473"/>
              <a:gd name="connsiteY7" fmla="*/ 3576483 h 6858000"/>
              <a:gd name="connsiteX8" fmla="*/ 409268 w 7013473"/>
              <a:gd name="connsiteY8" fmla="*/ 3060290 h 6858000"/>
              <a:gd name="connsiteX9" fmla="*/ 818536 w 7013473"/>
              <a:gd name="connsiteY9" fmla="*/ 3469558 h 6858000"/>
              <a:gd name="connsiteX10" fmla="*/ 818535 w 7013473"/>
              <a:gd name="connsiteY10" fmla="*/ 5504836 h 6858000"/>
              <a:gd name="connsiteX11" fmla="*/ 409267 w 7013473"/>
              <a:gd name="connsiteY11" fmla="*/ 5914104 h 6858000"/>
              <a:gd name="connsiteX12" fmla="*/ 409268 w 7013473"/>
              <a:gd name="connsiteY12" fmla="*/ 5914103 h 6858000"/>
              <a:gd name="connsiteX13" fmla="*/ 0 w 7013473"/>
              <a:gd name="connsiteY13" fmla="*/ 5504835 h 6858000"/>
              <a:gd name="connsiteX14" fmla="*/ 0 w 7013473"/>
              <a:gd name="connsiteY14" fmla="*/ 3469558 h 6858000"/>
              <a:gd name="connsiteX15" fmla="*/ 409268 w 7013473"/>
              <a:gd name="connsiteY15" fmla="*/ 3060290 h 6858000"/>
              <a:gd name="connsiteX16" fmla="*/ 1441757 w 7013473"/>
              <a:gd name="connsiteY16" fmla="*/ 2566219 h 6858000"/>
              <a:gd name="connsiteX17" fmla="*/ 1851025 w 7013473"/>
              <a:gd name="connsiteY17" fmla="*/ 2975487 h 6858000"/>
              <a:gd name="connsiteX18" fmla="*/ 1851024 w 7013473"/>
              <a:gd name="connsiteY18" fmla="*/ 6858000 h 6858000"/>
              <a:gd name="connsiteX19" fmla="*/ 1032489 w 7013473"/>
              <a:gd name="connsiteY19" fmla="*/ 6858000 h 6858000"/>
              <a:gd name="connsiteX20" fmla="*/ 1032489 w 7013473"/>
              <a:gd name="connsiteY20" fmla="*/ 2975487 h 6858000"/>
              <a:gd name="connsiteX21" fmla="*/ 1441757 w 7013473"/>
              <a:gd name="connsiteY21" fmla="*/ 2566219 h 6858000"/>
              <a:gd name="connsiteX22" fmla="*/ 5571713 w 7013473"/>
              <a:gd name="connsiteY22" fmla="*/ 1836175 h 6858000"/>
              <a:gd name="connsiteX23" fmla="*/ 5980981 w 7013473"/>
              <a:gd name="connsiteY23" fmla="*/ 2245443 h 6858000"/>
              <a:gd name="connsiteX24" fmla="*/ 5980980 w 7013473"/>
              <a:gd name="connsiteY24" fmla="*/ 4214354 h 6858000"/>
              <a:gd name="connsiteX25" fmla="*/ 5571712 w 7013473"/>
              <a:gd name="connsiteY25" fmla="*/ 4623622 h 6858000"/>
              <a:gd name="connsiteX26" fmla="*/ 5571713 w 7013473"/>
              <a:gd name="connsiteY26" fmla="*/ 4623621 h 6858000"/>
              <a:gd name="connsiteX27" fmla="*/ 5162445 w 7013473"/>
              <a:gd name="connsiteY27" fmla="*/ 4214353 h 6858000"/>
              <a:gd name="connsiteX28" fmla="*/ 5162445 w 7013473"/>
              <a:gd name="connsiteY28" fmla="*/ 2245443 h 6858000"/>
              <a:gd name="connsiteX29" fmla="*/ 5571713 w 7013473"/>
              <a:gd name="connsiteY29" fmla="*/ 1836175 h 6858000"/>
              <a:gd name="connsiteX30" fmla="*/ 4539224 w 7013473"/>
              <a:gd name="connsiteY30" fmla="*/ 1091380 h 6858000"/>
              <a:gd name="connsiteX31" fmla="*/ 4948492 w 7013473"/>
              <a:gd name="connsiteY31" fmla="*/ 1500648 h 6858000"/>
              <a:gd name="connsiteX32" fmla="*/ 4948491 w 7013473"/>
              <a:gd name="connsiteY32" fmla="*/ 5110384 h 6858000"/>
              <a:gd name="connsiteX33" fmla="*/ 4539223 w 7013473"/>
              <a:gd name="connsiteY33" fmla="*/ 5519652 h 6858000"/>
              <a:gd name="connsiteX34" fmla="*/ 4539224 w 7013473"/>
              <a:gd name="connsiteY34" fmla="*/ 5519651 h 6858000"/>
              <a:gd name="connsiteX35" fmla="*/ 4129956 w 7013473"/>
              <a:gd name="connsiteY35" fmla="*/ 5110383 h 6858000"/>
              <a:gd name="connsiteX36" fmla="*/ 4129956 w 7013473"/>
              <a:gd name="connsiteY36" fmla="*/ 1500648 h 6858000"/>
              <a:gd name="connsiteX37" fmla="*/ 4539224 w 7013473"/>
              <a:gd name="connsiteY37" fmla="*/ 1091380 h 6858000"/>
              <a:gd name="connsiteX38" fmla="*/ 2474246 w 7013473"/>
              <a:gd name="connsiteY38" fmla="*/ 774290 h 6858000"/>
              <a:gd name="connsiteX39" fmla="*/ 2883514 w 7013473"/>
              <a:gd name="connsiteY39" fmla="*/ 1183558 h 6858000"/>
              <a:gd name="connsiteX40" fmla="*/ 2883513 w 7013473"/>
              <a:gd name="connsiteY40" fmla="*/ 5334828 h 6858000"/>
              <a:gd name="connsiteX41" fmla="*/ 2474245 w 7013473"/>
              <a:gd name="connsiteY41" fmla="*/ 5744096 h 6858000"/>
              <a:gd name="connsiteX42" fmla="*/ 2474246 w 7013473"/>
              <a:gd name="connsiteY42" fmla="*/ 5744095 h 6858000"/>
              <a:gd name="connsiteX43" fmla="*/ 2064978 w 7013473"/>
              <a:gd name="connsiteY43" fmla="*/ 5334827 h 6858000"/>
              <a:gd name="connsiteX44" fmla="*/ 2064978 w 7013473"/>
              <a:gd name="connsiteY44" fmla="*/ 1183558 h 6858000"/>
              <a:gd name="connsiteX45" fmla="*/ 2474246 w 7013473"/>
              <a:gd name="connsiteY45" fmla="*/ 774290 h 6858000"/>
              <a:gd name="connsiteX46" fmla="*/ 3097467 w 7013473"/>
              <a:gd name="connsiteY46" fmla="*/ 0 h 6858000"/>
              <a:gd name="connsiteX47" fmla="*/ 3916003 w 7013473"/>
              <a:gd name="connsiteY47" fmla="*/ 0 h 6858000"/>
              <a:gd name="connsiteX48" fmla="*/ 3916002 w 7013473"/>
              <a:gd name="connsiteY48" fmla="*/ 5711314 h 6858000"/>
              <a:gd name="connsiteX49" fmla="*/ 3506734 w 7013473"/>
              <a:gd name="connsiteY49" fmla="*/ 6120582 h 6858000"/>
              <a:gd name="connsiteX50" fmla="*/ 3506735 w 7013473"/>
              <a:gd name="connsiteY50" fmla="*/ 6120581 h 6858000"/>
              <a:gd name="connsiteX51" fmla="*/ 3097467 w 7013473"/>
              <a:gd name="connsiteY51" fmla="*/ 57113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013473" h="6858000">
                <a:moveTo>
                  <a:pt x="6604205" y="3576483"/>
                </a:moveTo>
                <a:cubicBezTo>
                  <a:pt x="6830237" y="3576483"/>
                  <a:pt x="7013473" y="3759719"/>
                  <a:pt x="7013473" y="3985751"/>
                </a:cubicBezTo>
                <a:cubicBezTo>
                  <a:pt x="7013473" y="4320048"/>
                  <a:pt x="7013472" y="4654345"/>
                  <a:pt x="7013472" y="4988642"/>
                </a:cubicBezTo>
                <a:cubicBezTo>
                  <a:pt x="7013472" y="5214674"/>
                  <a:pt x="6830236" y="5397910"/>
                  <a:pt x="6604204" y="5397910"/>
                </a:cubicBezTo>
                <a:lnTo>
                  <a:pt x="6604205" y="5397909"/>
                </a:lnTo>
                <a:cubicBezTo>
                  <a:pt x="6378173" y="5397909"/>
                  <a:pt x="6194937" y="5214673"/>
                  <a:pt x="6194937" y="4988641"/>
                </a:cubicBezTo>
                <a:lnTo>
                  <a:pt x="6194937" y="3985751"/>
                </a:lnTo>
                <a:cubicBezTo>
                  <a:pt x="6194937" y="3759719"/>
                  <a:pt x="6378173" y="3576483"/>
                  <a:pt x="6604205" y="3576483"/>
                </a:cubicBezTo>
                <a:close/>
                <a:moveTo>
                  <a:pt x="409268" y="3060290"/>
                </a:moveTo>
                <a:cubicBezTo>
                  <a:pt x="635300" y="3060290"/>
                  <a:pt x="818536" y="3243526"/>
                  <a:pt x="818536" y="3469558"/>
                </a:cubicBezTo>
                <a:cubicBezTo>
                  <a:pt x="818536" y="4147984"/>
                  <a:pt x="818535" y="4826410"/>
                  <a:pt x="818535" y="5504836"/>
                </a:cubicBezTo>
                <a:cubicBezTo>
                  <a:pt x="818535" y="5730868"/>
                  <a:pt x="635299" y="5914104"/>
                  <a:pt x="409267" y="5914104"/>
                </a:cubicBezTo>
                <a:lnTo>
                  <a:pt x="409268" y="5914103"/>
                </a:lnTo>
                <a:cubicBezTo>
                  <a:pt x="183236" y="5914103"/>
                  <a:pt x="0" y="5730867"/>
                  <a:pt x="0" y="5504835"/>
                </a:cubicBezTo>
                <a:lnTo>
                  <a:pt x="0" y="3469558"/>
                </a:lnTo>
                <a:cubicBezTo>
                  <a:pt x="0" y="3243526"/>
                  <a:pt x="183236" y="3060290"/>
                  <a:pt x="409268" y="3060290"/>
                </a:cubicBezTo>
                <a:close/>
                <a:moveTo>
                  <a:pt x="1441757" y="2566219"/>
                </a:moveTo>
                <a:cubicBezTo>
                  <a:pt x="1667789" y="2566219"/>
                  <a:pt x="1851025" y="2749455"/>
                  <a:pt x="1851025" y="2975487"/>
                </a:cubicBezTo>
                <a:lnTo>
                  <a:pt x="1851024" y="6858000"/>
                </a:lnTo>
                <a:lnTo>
                  <a:pt x="1032489" y="6858000"/>
                </a:lnTo>
                <a:lnTo>
                  <a:pt x="1032489" y="2975487"/>
                </a:lnTo>
                <a:cubicBezTo>
                  <a:pt x="1032489" y="2749455"/>
                  <a:pt x="1215725" y="2566219"/>
                  <a:pt x="1441757" y="2566219"/>
                </a:cubicBezTo>
                <a:close/>
                <a:moveTo>
                  <a:pt x="5571713" y="1836175"/>
                </a:moveTo>
                <a:cubicBezTo>
                  <a:pt x="5797745" y="1836175"/>
                  <a:pt x="5980981" y="2019412"/>
                  <a:pt x="5980981" y="2245443"/>
                </a:cubicBezTo>
                <a:cubicBezTo>
                  <a:pt x="5980981" y="2901747"/>
                  <a:pt x="5980980" y="3558050"/>
                  <a:pt x="5980980" y="4214354"/>
                </a:cubicBezTo>
                <a:cubicBezTo>
                  <a:pt x="5980980" y="4440386"/>
                  <a:pt x="5797744" y="4623622"/>
                  <a:pt x="5571712" y="4623622"/>
                </a:cubicBezTo>
                <a:lnTo>
                  <a:pt x="5571713" y="4623621"/>
                </a:lnTo>
                <a:cubicBezTo>
                  <a:pt x="5345681" y="4623621"/>
                  <a:pt x="5162445" y="4440385"/>
                  <a:pt x="5162445" y="4214353"/>
                </a:cubicBezTo>
                <a:lnTo>
                  <a:pt x="5162445" y="2245443"/>
                </a:lnTo>
                <a:cubicBezTo>
                  <a:pt x="5162445" y="2019412"/>
                  <a:pt x="5345681" y="1836175"/>
                  <a:pt x="5571713" y="1836175"/>
                </a:cubicBezTo>
                <a:close/>
                <a:moveTo>
                  <a:pt x="4539224" y="1091380"/>
                </a:moveTo>
                <a:cubicBezTo>
                  <a:pt x="4765256" y="1091380"/>
                  <a:pt x="4948492" y="1274616"/>
                  <a:pt x="4948492" y="1500648"/>
                </a:cubicBezTo>
                <a:cubicBezTo>
                  <a:pt x="4948492" y="2703893"/>
                  <a:pt x="4948491" y="3907139"/>
                  <a:pt x="4948491" y="5110384"/>
                </a:cubicBezTo>
                <a:cubicBezTo>
                  <a:pt x="4948491" y="5336416"/>
                  <a:pt x="4765255" y="5519652"/>
                  <a:pt x="4539223" y="5519652"/>
                </a:cubicBezTo>
                <a:lnTo>
                  <a:pt x="4539224" y="5519651"/>
                </a:lnTo>
                <a:cubicBezTo>
                  <a:pt x="4313192" y="5519651"/>
                  <a:pt x="4129956" y="5336415"/>
                  <a:pt x="4129956" y="5110383"/>
                </a:cubicBezTo>
                <a:lnTo>
                  <a:pt x="4129956" y="1500648"/>
                </a:lnTo>
                <a:cubicBezTo>
                  <a:pt x="4129956" y="1274616"/>
                  <a:pt x="4313192" y="1091380"/>
                  <a:pt x="4539224" y="1091380"/>
                </a:cubicBezTo>
                <a:close/>
                <a:moveTo>
                  <a:pt x="2474246" y="774290"/>
                </a:moveTo>
                <a:cubicBezTo>
                  <a:pt x="2700278" y="774290"/>
                  <a:pt x="2883514" y="957526"/>
                  <a:pt x="2883514" y="1183558"/>
                </a:cubicBezTo>
                <a:cubicBezTo>
                  <a:pt x="2883514" y="2567315"/>
                  <a:pt x="2883513" y="3951071"/>
                  <a:pt x="2883513" y="5334828"/>
                </a:cubicBezTo>
                <a:cubicBezTo>
                  <a:pt x="2883513" y="5560860"/>
                  <a:pt x="2700277" y="5744096"/>
                  <a:pt x="2474245" y="5744096"/>
                </a:cubicBezTo>
                <a:lnTo>
                  <a:pt x="2474246" y="5744095"/>
                </a:lnTo>
                <a:cubicBezTo>
                  <a:pt x="2248214" y="5744095"/>
                  <a:pt x="2064978" y="5560859"/>
                  <a:pt x="2064978" y="5334827"/>
                </a:cubicBezTo>
                <a:lnTo>
                  <a:pt x="2064978" y="1183558"/>
                </a:lnTo>
                <a:cubicBezTo>
                  <a:pt x="2064978" y="957526"/>
                  <a:pt x="2248214" y="774290"/>
                  <a:pt x="2474246" y="774290"/>
                </a:cubicBezTo>
                <a:close/>
                <a:moveTo>
                  <a:pt x="3097467" y="0"/>
                </a:moveTo>
                <a:lnTo>
                  <a:pt x="3916003" y="0"/>
                </a:lnTo>
                <a:lnTo>
                  <a:pt x="3916002" y="5711314"/>
                </a:lnTo>
                <a:cubicBezTo>
                  <a:pt x="3916002" y="5937346"/>
                  <a:pt x="3732766" y="6120582"/>
                  <a:pt x="3506734" y="6120582"/>
                </a:cubicBezTo>
                <a:lnTo>
                  <a:pt x="3506735" y="6120581"/>
                </a:lnTo>
                <a:cubicBezTo>
                  <a:pt x="3280703" y="6120581"/>
                  <a:pt x="3097467" y="5937345"/>
                  <a:pt x="3097467" y="5711313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>
            <a:outerShdw blurRad="241300" dist="38100" dir="5400000" algn="t" rotWithShape="0">
              <a:prstClr val="black">
                <a:alpha val="17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/>
              <a:t>Drag &amp; Drop Image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D86993D9-DEFB-409A-A22C-7627D7CEE93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/>
          <a:p>
            <a:fld id="{C8FF918F-6F36-4E1F-8CC4-10A6E81B4C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6096000" y="1"/>
            <a:ext cx="6096000" cy="5597239"/>
          </a:xfrm>
          <a:custGeom>
            <a:avLst/>
            <a:gdLst>
              <a:gd name="connsiteX0" fmla="*/ 722168 w 6096000"/>
              <a:gd name="connsiteY0" fmla="*/ 0 h 5597239"/>
              <a:gd name="connsiteX1" fmla="*/ 6096000 w 6096000"/>
              <a:gd name="connsiteY1" fmla="*/ 0 h 5597239"/>
              <a:gd name="connsiteX2" fmla="*/ 6096000 w 6096000"/>
              <a:gd name="connsiteY2" fmla="*/ 4376307 h 5597239"/>
              <a:gd name="connsiteX3" fmla="*/ 4875068 w 6096000"/>
              <a:gd name="connsiteY3" fmla="*/ 5597239 h 5597239"/>
              <a:gd name="connsiteX4" fmla="*/ 0 w 6096000"/>
              <a:gd name="connsiteY4" fmla="*/ 722170 h 5597239"/>
              <a:gd name="connsiteX5" fmla="*/ 0 w 6096000"/>
              <a:gd name="connsiteY5" fmla="*/ 722168 h 5597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5597239">
                <a:moveTo>
                  <a:pt x="722168" y="0"/>
                </a:moveTo>
                <a:lnTo>
                  <a:pt x="6096000" y="0"/>
                </a:lnTo>
                <a:lnTo>
                  <a:pt x="6096000" y="4376307"/>
                </a:lnTo>
                <a:lnTo>
                  <a:pt x="4875068" y="5597239"/>
                </a:lnTo>
                <a:lnTo>
                  <a:pt x="0" y="722170"/>
                </a:lnTo>
                <a:lnTo>
                  <a:pt x="0" y="722168"/>
                </a:lnTo>
                <a:close/>
              </a:path>
            </a:pathLst>
          </a:cu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1"/>
          </p:nvPr>
        </p:nvSpPr>
        <p:spPr>
          <a:xfrm>
            <a:off x="3732071" y="2743203"/>
            <a:ext cx="8229594" cy="4114797"/>
          </a:xfrm>
          <a:custGeom>
            <a:avLst/>
            <a:gdLst>
              <a:gd name="connsiteX0" fmla="*/ 4114797 w 8229594"/>
              <a:gd name="connsiteY0" fmla="*/ 0 h 4114797"/>
              <a:gd name="connsiteX1" fmla="*/ 8229594 w 8229594"/>
              <a:gd name="connsiteY1" fmla="*/ 4114797 h 4114797"/>
              <a:gd name="connsiteX2" fmla="*/ 0 w 8229594"/>
              <a:gd name="connsiteY2" fmla="*/ 4114797 h 4114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229594" h="4114797">
                <a:moveTo>
                  <a:pt x="4114797" y="0"/>
                </a:moveTo>
                <a:lnTo>
                  <a:pt x="8229594" y="4114797"/>
                </a:lnTo>
                <a:lnTo>
                  <a:pt x="0" y="4114797"/>
                </a:lnTo>
                <a:close/>
              </a:path>
            </a:pathLst>
          </a:cu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141" y="1122618"/>
            <a:ext cx="9144848" cy="238814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141" y="3602854"/>
            <a:ext cx="9144848" cy="165613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9505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3" Type="http://schemas.openxmlformats.org/officeDocument/2006/relationships/theme" Target="../theme/theme2.xml"/><Relationship Id="rId32" Type="http://schemas.openxmlformats.org/officeDocument/2006/relationships/slideLayout" Target="../slideLayouts/slideLayout43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" Type="http://schemas.openxmlformats.org/officeDocument/2006/relationships/slideLayout" Target="../slideLayouts/slideLayout14.xml"/><Relationship Id="rId29" Type="http://schemas.openxmlformats.org/officeDocument/2006/relationships/slideLayout" Target="../slideLayouts/slideLayout40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F79DCA30-5C10-471E-9C2A-FF0528A6805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8E45453E-F9EA-4156-B8A5-5B89E97A868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2641600"/>
          </a:xfrm>
          <a:prstGeom prst="rect">
            <a:avLst/>
          </a:prstGeom>
          <a:solidFill>
            <a:srgbClr val="0B3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449580" y="530860"/>
            <a:ext cx="11292205" cy="5873115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</p:sldLayoutIdLst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 rot="18885527">
            <a:off x="-1565720" y="-2933363"/>
            <a:ext cx="13477240" cy="10900410"/>
          </a:xfrm>
          <a:custGeom>
            <a:avLst/>
            <a:gdLst>
              <a:gd name="connsiteX0" fmla="*/ 0 w 21224"/>
              <a:gd name="connsiteY0" fmla="*/ 7614 h 17166"/>
              <a:gd name="connsiteX1" fmla="*/ 4317 w 21224"/>
              <a:gd name="connsiteY1" fmla="*/ 3357 h 17166"/>
              <a:gd name="connsiteX2" fmla="*/ 7656 w 21224"/>
              <a:gd name="connsiteY2" fmla="*/ 0 h 17166"/>
              <a:gd name="connsiteX3" fmla="*/ 21224 w 21224"/>
              <a:gd name="connsiteY3" fmla="*/ 13614 h 17166"/>
              <a:gd name="connsiteX4" fmla="*/ 19750 w 21224"/>
              <a:gd name="connsiteY4" fmla="*/ 15056 h 17166"/>
              <a:gd name="connsiteX5" fmla="*/ 9505 w 21224"/>
              <a:gd name="connsiteY5" fmla="*/ 17166 h 17166"/>
              <a:gd name="connsiteX6" fmla="*/ 0 w 21224"/>
              <a:gd name="connsiteY6" fmla="*/ 7614 h 17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224" h="17166">
                <a:moveTo>
                  <a:pt x="0" y="7614"/>
                </a:moveTo>
                <a:lnTo>
                  <a:pt x="4317" y="3357"/>
                </a:lnTo>
                <a:lnTo>
                  <a:pt x="7656" y="0"/>
                </a:lnTo>
                <a:lnTo>
                  <a:pt x="21224" y="13614"/>
                </a:lnTo>
                <a:lnTo>
                  <a:pt x="19750" y="15056"/>
                </a:lnTo>
                <a:lnTo>
                  <a:pt x="9505" y="17166"/>
                </a:lnTo>
                <a:lnTo>
                  <a:pt x="0" y="7614"/>
                </a:lnTo>
                <a:close/>
              </a:path>
            </a:pathLst>
          </a:custGeom>
          <a:solidFill>
            <a:schemeClr val="bg2"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任意多边形: 形状 45"/>
          <p:cNvSpPr/>
          <p:nvPr/>
        </p:nvSpPr>
        <p:spPr>
          <a:xfrm rot="18885527">
            <a:off x="-2143065" y="-1876027"/>
            <a:ext cx="11468735" cy="8437245"/>
          </a:xfrm>
          <a:custGeom>
            <a:avLst/>
            <a:gdLst>
              <a:gd name="connsiteX0" fmla="*/ 5600 w 18061"/>
              <a:gd name="connsiteY0" fmla="*/ 13287 h 13287"/>
              <a:gd name="connsiteX1" fmla="*/ 0 w 18061"/>
              <a:gd name="connsiteY1" fmla="*/ 7630 h 13287"/>
              <a:gd name="connsiteX2" fmla="*/ 7648 w 18061"/>
              <a:gd name="connsiteY2" fmla="*/ 0 h 13287"/>
              <a:gd name="connsiteX3" fmla="*/ 18061 w 18061"/>
              <a:gd name="connsiteY3" fmla="*/ 10514 h 13287"/>
              <a:gd name="connsiteX4" fmla="*/ 5600 w 18061"/>
              <a:gd name="connsiteY4" fmla="*/ 13287 h 13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61" h="13287">
                <a:moveTo>
                  <a:pt x="5600" y="13287"/>
                </a:moveTo>
                <a:lnTo>
                  <a:pt x="0" y="7630"/>
                </a:lnTo>
                <a:lnTo>
                  <a:pt x="7648" y="0"/>
                </a:lnTo>
                <a:lnTo>
                  <a:pt x="18061" y="10514"/>
                </a:lnTo>
                <a:lnTo>
                  <a:pt x="5600" y="13287"/>
                </a:lnTo>
                <a:close/>
              </a:path>
            </a:pathLst>
          </a:custGeom>
          <a:solidFill>
            <a:schemeClr val="tx2"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804035" y="2926080"/>
            <a:ext cx="3405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技术预研部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:     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朱士朋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2" name="直接连接符 31"/>
          <p:cNvCxnSpPr/>
          <p:nvPr/>
        </p:nvCxnSpPr>
        <p:spPr>
          <a:xfrm flipH="1" flipV="1">
            <a:off x="1058545" y="2541270"/>
            <a:ext cx="4947920" cy="8255"/>
          </a:xfrm>
          <a:prstGeom prst="line">
            <a:avLst/>
          </a:prstGeom>
          <a:ln w="238125">
            <a:solidFill>
              <a:srgbClr val="FF5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979170" y="678815"/>
            <a:ext cx="640842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4800" b="1" kern="600" spc="106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Arial Black" panose="020B0A04020102020204" charset="0"/>
                <a:ea typeface="微软雅黑" panose="020B0503020204020204" charset="-122"/>
              </a:rPr>
              <a:t>CNC95钻机代理使用说明</a:t>
            </a:r>
            <a:endParaRPr lang="zh-CN" altLang="en-US" sz="4800" b="1" kern="600" spc="106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Arial Black" panose="020B0A04020102020204" charset="0"/>
              <a:ea typeface="微软雅黑" panose="020B0503020204020204" charset="-122"/>
            </a:endParaRPr>
          </a:p>
        </p:txBody>
      </p:sp>
      <p:sp>
        <p:nvSpPr>
          <p:cNvPr id="31" name="任意多边形 30"/>
          <p:cNvSpPr/>
          <p:nvPr/>
        </p:nvSpPr>
        <p:spPr>
          <a:xfrm flipV="1">
            <a:off x="-15240" y="5488940"/>
            <a:ext cx="6862445" cy="687070"/>
          </a:xfrm>
          <a:custGeom>
            <a:avLst/>
            <a:gdLst>
              <a:gd name="connsiteX0" fmla="*/ 0 w 10851"/>
              <a:gd name="connsiteY0" fmla="*/ 1079 h 1082"/>
              <a:gd name="connsiteX1" fmla="*/ 4 w 10851"/>
              <a:gd name="connsiteY1" fmla="*/ 0 h 1082"/>
              <a:gd name="connsiteX2" fmla="*/ 10851 w 10851"/>
              <a:gd name="connsiteY2" fmla="*/ 0 h 1082"/>
              <a:gd name="connsiteX3" fmla="*/ 10581 w 10851"/>
              <a:gd name="connsiteY3" fmla="*/ 1082 h 1082"/>
              <a:gd name="connsiteX4" fmla="*/ 0 w 10851"/>
              <a:gd name="connsiteY4" fmla="*/ 1079 h 1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51" h="1082">
                <a:moveTo>
                  <a:pt x="0" y="1079"/>
                </a:moveTo>
                <a:lnTo>
                  <a:pt x="4" y="0"/>
                </a:lnTo>
                <a:lnTo>
                  <a:pt x="10851" y="0"/>
                </a:lnTo>
                <a:lnTo>
                  <a:pt x="10581" y="1082"/>
                </a:lnTo>
                <a:lnTo>
                  <a:pt x="0" y="1079"/>
                </a:lnTo>
                <a:close/>
              </a:path>
            </a:pathLst>
          </a:custGeom>
          <a:solidFill>
            <a:srgbClr val="FB7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 rot="0">
            <a:off x="1236345" y="3787775"/>
            <a:ext cx="1474470" cy="99060"/>
            <a:chOff x="6236321" y="6186700"/>
            <a:chExt cx="1474745" cy="99029"/>
          </a:xfrm>
        </p:grpSpPr>
        <p:sp>
          <p:nvSpPr>
            <p:cNvPr id="21" name="矩形 20"/>
            <p:cNvSpPr/>
            <p:nvPr/>
          </p:nvSpPr>
          <p:spPr>
            <a:xfrm flipV="1">
              <a:off x="6236321" y="6186700"/>
              <a:ext cx="99029" cy="99029"/>
            </a:xfrm>
            <a:prstGeom prst="rect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 flipV="1">
              <a:off x="6408285" y="6186700"/>
              <a:ext cx="99029" cy="99029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 flipV="1">
              <a:off x="6580249" y="6186700"/>
              <a:ext cx="99029" cy="99029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 flipV="1">
              <a:off x="6752213" y="6186700"/>
              <a:ext cx="99029" cy="99029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 flipV="1">
              <a:off x="6924177" y="6186700"/>
              <a:ext cx="99029" cy="990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 flipV="1">
              <a:off x="7096142" y="6186700"/>
              <a:ext cx="99029" cy="99029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 flipV="1">
              <a:off x="7268107" y="6186700"/>
              <a:ext cx="99029" cy="99029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 flipV="1">
              <a:off x="7440072" y="6186700"/>
              <a:ext cx="99029" cy="99029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 flipV="1">
              <a:off x="7612037" y="6186700"/>
              <a:ext cx="99029" cy="99029"/>
            </a:xfrm>
            <a:prstGeom prst="rect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2361565" y="5650230"/>
            <a:ext cx="41186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2000" b="1" i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成就事业梦想 推动科技进步</a:t>
            </a:r>
            <a:endParaRPr lang="zh-CN" altLang="en-US" sz="2000" b="1" i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2" name="Google Shape;761;p39"/>
          <p:cNvGrpSpPr/>
          <p:nvPr/>
        </p:nvGrpSpPr>
        <p:grpSpPr>
          <a:xfrm>
            <a:off x="5125720" y="2771140"/>
            <a:ext cx="787400" cy="716280"/>
            <a:chOff x="4324300" y="1536075"/>
            <a:chExt cx="495400" cy="473150"/>
          </a:xfrm>
        </p:grpSpPr>
        <p:cxnSp>
          <p:nvCxnSpPr>
            <p:cNvPr id="43" name="Google Shape;762;p39"/>
            <p:cNvCxnSpPr>
              <a:stCxn id="47" idx="2"/>
              <a:endCxn id="44" idx="5"/>
            </p:cNvCxnSpPr>
            <p:nvPr/>
          </p:nvCxnSpPr>
          <p:spPr>
            <a:xfrm rot="10800000">
              <a:off x="4391000" y="1747325"/>
              <a:ext cx="272700" cy="222900"/>
            </a:xfrm>
            <a:prstGeom prst="straightConnector1">
              <a:avLst/>
            </a:prstGeom>
            <a:noFill/>
            <a:ln w="19050" cap="flat" cmpd="sng">
              <a:solidFill>
                <a:srgbClr val="F3F3F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4" name="Google Shape;764;p39"/>
            <p:cNvSpPr/>
            <p:nvPr/>
          </p:nvSpPr>
          <p:spPr>
            <a:xfrm>
              <a:off x="4324300" y="1680775"/>
              <a:ext cx="78000" cy="78000"/>
            </a:xfrm>
            <a:prstGeom prst="ellipse">
              <a:avLst/>
            </a:prstGeom>
            <a:noFill/>
            <a:ln w="19050" cap="flat" cmpd="sng">
              <a:solidFill>
                <a:srgbClr val="F3F3F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Google Shape;765;p39"/>
            <p:cNvSpPr/>
            <p:nvPr/>
          </p:nvSpPr>
          <p:spPr>
            <a:xfrm>
              <a:off x="4741700" y="1536075"/>
              <a:ext cx="78000" cy="78000"/>
            </a:xfrm>
            <a:prstGeom prst="ellipse">
              <a:avLst/>
            </a:prstGeom>
            <a:noFill/>
            <a:ln w="19050" cap="flat" cmpd="sng">
              <a:solidFill>
                <a:srgbClr val="F3F3F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" name="Google Shape;763;p39"/>
            <p:cNvSpPr/>
            <p:nvPr/>
          </p:nvSpPr>
          <p:spPr>
            <a:xfrm>
              <a:off x="4663700" y="1931225"/>
              <a:ext cx="78000" cy="78000"/>
            </a:xfrm>
            <a:prstGeom prst="ellipse">
              <a:avLst/>
            </a:prstGeom>
            <a:noFill/>
            <a:ln w="19050" cap="flat" cmpd="sng">
              <a:solidFill>
                <a:srgbClr val="F3F3F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48" name="Google Shape;766;p39"/>
            <p:cNvCxnSpPr>
              <a:stCxn id="44" idx="7"/>
              <a:endCxn id="45" idx="2"/>
            </p:cNvCxnSpPr>
            <p:nvPr/>
          </p:nvCxnSpPr>
          <p:spPr>
            <a:xfrm rot="10800000" flipH="1">
              <a:off x="4390877" y="1575198"/>
              <a:ext cx="350700" cy="117000"/>
            </a:xfrm>
            <a:prstGeom prst="straightConnector1">
              <a:avLst/>
            </a:prstGeom>
            <a:noFill/>
            <a:ln w="19050" cap="flat" cmpd="sng">
              <a:solidFill>
                <a:srgbClr val="F3F3F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" name="Google Shape;767;p39"/>
            <p:cNvCxnSpPr>
              <a:stCxn id="47" idx="7"/>
              <a:endCxn id="45" idx="4"/>
            </p:cNvCxnSpPr>
            <p:nvPr/>
          </p:nvCxnSpPr>
          <p:spPr>
            <a:xfrm rot="10800000" flipH="1">
              <a:off x="4730277" y="1614148"/>
              <a:ext cx="50400" cy="328500"/>
            </a:xfrm>
            <a:prstGeom prst="straightConnector1">
              <a:avLst/>
            </a:prstGeom>
            <a:noFill/>
            <a:ln w="19050" cap="flat" cmpd="sng">
              <a:solidFill>
                <a:srgbClr val="F3F3F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51" name="图片 50" descr="logo(转曲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55" y="5614035"/>
            <a:ext cx="1901190" cy="451485"/>
          </a:xfrm>
          <a:prstGeom prst="rect">
            <a:avLst/>
          </a:prstGeom>
        </p:spPr>
      </p:pic>
      <p:pic>
        <p:nvPicPr>
          <p:cNvPr id="4" name="图片 3" descr="IST_20278_10729 [转换]"/>
          <p:cNvPicPr>
            <a:picLocks noChangeAspect="1"/>
          </p:cNvPicPr>
          <p:nvPr/>
        </p:nvPicPr>
        <p:blipFill>
          <a:blip r:embed="rId3">
            <a:lum bright="-18000" contrast="-12000"/>
          </a:blip>
          <a:srcRect/>
          <a:stretch>
            <a:fillRect/>
          </a:stretch>
        </p:blipFill>
        <p:spPr>
          <a:xfrm flipH="1">
            <a:off x="10545445" y="5460365"/>
            <a:ext cx="1651000" cy="991235"/>
          </a:xfrm>
          <a:prstGeom prst="rect">
            <a:avLst/>
          </a:prstGeom>
        </p:spPr>
      </p:pic>
      <p:sp>
        <p:nvSpPr>
          <p:cNvPr id="38" name="任意多边形 37"/>
          <p:cNvSpPr/>
          <p:nvPr/>
        </p:nvSpPr>
        <p:spPr>
          <a:xfrm flipV="1">
            <a:off x="6846570" y="4383405"/>
            <a:ext cx="5351780" cy="686435"/>
          </a:xfrm>
          <a:custGeom>
            <a:avLst/>
            <a:gdLst>
              <a:gd name="connsiteX0" fmla="*/ 0 w 8428"/>
              <a:gd name="connsiteY0" fmla="*/ 1081 h 1081"/>
              <a:gd name="connsiteX1" fmla="*/ 267 w 8428"/>
              <a:gd name="connsiteY1" fmla="*/ 0 h 1081"/>
              <a:gd name="connsiteX2" fmla="*/ 8423 w 8428"/>
              <a:gd name="connsiteY2" fmla="*/ 4 h 1081"/>
              <a:gd name="connsiteX3" fmla="*/ 8428 w 8428"/>
              <a:gd name="connsiteY3" fmla="*/ 1070 h 1081"/>
              <a:gd name="connsiteX4" fmla="*/ 0 w 8428"/>
              <a:gd name="connsiteY4" fmla="*/ 1081 h 1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28" h="1081">
                <a:moveTo>
                  <a:pt x="0" y="1081"/>
                </a:moveTo>
                <a:lnTo>
                  <a:pt x="267" y="0"/>
                </a:lnTo>
                <a:lnTo>
                  <a:pt x="8423" y="4"/>
                </a:lnTo>
                <a:lnTo>
                  <a:pt x="8428" y="1070"/>
                </a:lnTo>
                <a:lnTo>
                  <a:pt x="0" y="1081"/>
                </a:ln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456805" y="4422140"/>
            <a:ext cx="10325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1400" b="1" i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专业</a:t>
            </a:r>
            <a:endParaRPr lang="zh-CN" altLang="en-US" sz="1400" b="1" i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177020" y="4422140"/>
            <a:ext cx="11531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1400" b="1" i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专注</a:t>
            </a:r>
            <a:endParaRPr lang="zh-CN" altLang="en-US" sz="1400" b="1" i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456805" y="4692015"/>
            <a:ext cx="10325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1400" b="1" i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钻研</a:t>
            </a:r>
            <a:endParaRPr lang="zh-CN" altLang="en-US" sz="1400" b="1" i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177020" y="4692015"/>
            <a:ext cx="11531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1400" b="1" i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创新</a:t>
            </a:r>
            <a:endParaRPr lang="zh-CN" altLang="en-US" sz="1400" b="1" i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0716260" y="4692015"/>
            <a:ext cx="11531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1400" b="1" i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协作</a:t>
            </a:r>
            <a:endParaRPr lang="zh-CN" altLang="en-US" sz="1400" b="1" i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716260" y="4422140"/>
            <a:ext cx="11531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1400" b="1" i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执着</a:t>
            </a:r>
            <a:endParaRPr lang="zh-CN" altLang="en-US" sz="1400" b="1" i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9" name="图片 18" descr="未标题-1"/>
          <p:cNvPicPr>
            <a:picLocks noChangeAspect="1"/>
          </p:cNvPicPr>
          <p:nvPr/>
        </p:nvPicPr>
        <p:blipFill>
          <a:blip r:embed="rId1"/>
          <a:srcRect t="87001"/>
          <a:stretch>
            <a:fillRect/>
          </a:stretch>
        </p:blipFill>
        <p:spPr>
          <a:xfrm>
            <a:off x="0" y="6356985"/>
            <a:ext cx="12192635" cy="511175"/>
          </a:xfrm>
          <a:prstGeom prst="rect">
            <a:avLst/>
          </a:prstGeom>
        </p:spPr>
      </p:pic>
      <p:sp>
        <p:nvSpPr>
          <p:cNvPr id="21" name="TextBox 18"/>
          <p:cNvSpPr txBox="1"/>
          <p:nvPr/>
        </p:nvSpPr>
        <p:spPr>
          <a:xfrm>
            <a:off x="10168830" y="6454286"/>
            <a:ext cx="1878364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defTabSz="7131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1" baseline="0" dirty="0">
                <a:solidFill>
                  <a:schemeClr val="bg1"/>
                </a:solidFill>
                <a:latin typeface="Arial Bold" panose="020B0604020202090204" charset="0"/>
                <a:ea typeface="微软雅黑" panose="020B0503020204020204" charset="-122"/>
                <a:cs typeface="Arial Bold" panose="020B0604020202090204" charset="0"/>
              </a:rPr>
              <a:t>www.vegagroup.cn</a:t>
            </a:r>
            <a:endParaRPr lang="en-US" sz="1200" b="1" baseline="0" dirty="0">
              <a:solidFill>
                <a:schemeClr val="bg1"/>
              </a:solidFill>
              <a:latin typeface="Arial Bold" panose="020B0604020202090204" charset="0"/>
              <a:ea typeface="微软雅黑" panose="020B0503020204020204" charset="-122"/>
              <a:cs typeface="Arial Bold" panose="020B06040202020902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007360" y="6401435"/>
            <a:ext cx="5728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i="1" spc="30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成就事业梦想 推动科技进步</a:t>
            </a:r>
            <a:endParaRPr lang="zh-CN" altLang="en-US" i="1" spc="300"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1" name="图片 50" descr="logo(转曲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" y="6388735"/>
            <a:ext cx="1346835" cy="320040"/>
          </a:xfrm>
          <a:prstGeom prst="rect">
            <a:avLst/>
          </a:prstGeom>
        </p:spPr>
      </p:pic>
      <p:grpSp>
        <p:nvGrpSpPr>
          <p:cNvPr id="37" name="组合 36"/>
          <p:cNvGrpSpPr/>
          <p:nvPr/>
        </p:nvGrpSpPr>
        <p:grpSpPr>
          <a:xfrm>
            <a:off x="364490" y="294640"/>
            <a:ext cx="3544570" cy="429895"/>
            <a:chOff x="1136" y="1137"/>
            <a:chExt cx="4639" cy="677"/>
          </a:xfrm>
        </p:grpSpPr>
        <p:grpSp>
          <p:nvGrpSpPr>
            <p:cNvPr id="28" name="组合 27"/>
            <p:cNvGrpSpPr/>
            <p:nvPr/>
          </p:nvGrpSpPr>
          <p:grpSpPr>
            <a:xfrm>
              <a:off x="1136" y="1355"/>
              <a:ext cx="1168" cy="272"/>
              <a:chOff x="651164" y="595745"/>
              <a:chExt cx="1754093" cy="331435"/>
            </a:xfrm>
            <a:gradFill>
              <a:gsLst>
                <a:gs pos="100000">
                  <a:srgbClr val="2A96AA"/>
                </a:gs>
                <a:gs pos="1000">
                  <a:srgbClr val="13639C"/>
                </a:gs>
                <a:gs pos="53000">
                  <a:srgbClr val="2A96AA"/>
                </a:gs>
              </a:gsLst>
              <a:lin ang="2700000" scaled="0"/>
            </a:gradFill>
          </p:grpSpPr>
          <p:sp>
            <p:nvSpPr>
              <p:cNvPr id="29" name="矩形 28"/>
              <p:cNvSpPr/>
              <p:nvPr/>
            </p:nvSpPr>
            <p:spPr>
              <a:xfrm>
                <a:off x="651164" y="595745"/>
                <a:ext cx="331329" cy="33143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1362546" y="595745"/>
                <a:ext cx="331329" cy="331435"/>
              </a:xfrm>
              <a:prstGeom prst="rect">
                <a:avLst/>
              </a:prstGeom>
              <a:gradFill>
                <a:gsLst>
                  <a:gs pos="0">
                    <a:srgbClr val="0B3959"/>
                  </a:gs>
                  <a:gs pos="100000">
                    <a:schemeClr val="accent5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073928" y="595745"/>
                <a:ext cx="331329" cy="331435"/>
              </a:xfrm>
              <a:prstGeom prst="rect">
                <a:avLst/>
              </a:prstGeom>
              <a:gradFill>
                <a:gsLst>
                  <a:gs pos="0">
                    <a:srgbClr val="FF8D30"/>
                  </a:gs>
                  <a:gs pos="100000">
                    <a:srgbClr val="FF391E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35" name="文本框 34"/>
            <p:cNvSpPr txBox="1"/>
            <p:nvPr/>
          </p:nvSpPr>
          <p:spPr>
            <a:xfrm flipH="1">
              <a:off x="2446" y="1137"/>
              <a:ext cx="3329" cy="6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p>
              <a:pPr algn="l"/>
              <a:r>
                <a:rPr lang="zh-CN" altLang="en-US" sz="2200" b="1" dirty="0">
                  <a:solidFill>
                    <a:srgbClr val="0B3959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文件</a:t>
              </a:r>
              <a:r>
                <a:rPr lang="zh-CN" altLang="en-US" sz="2200" b="1" dirty="0">
                  <a:solidFill>
                    <a:srgbClr val="0B3959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路径</a:t>
              </a:r>
              <a:endParaRPr lang="zh-CN" altLang="en-US" sz="2200" b="1" dirty="0">
                <a:solidFill>
                  <a:srgbClr val="0B3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cxnSp>
        <p:nvCxnSpPr>
          <p:cNvPr id="30" name="直接连接符 29"/>
          <p:cNvCxnSpPr/>
          <p:nvPr/>
        </p:nvCxnSpPr>
        <p:spPr>
          <a:xfrm flipV="1">
            <a:off x="4012565" y="540385"/>
            <a:ext cx="7606665" cy="1905"/>
          </a:xfrm>
          <a:prstGeom prst="line">
            <a:avLst/>
          </a:prstGeom>
          <a:ln w="3175" cap="rnd">
            <a:solidFill>
              <a:schemeClr val="bg1">
                <a:lumMod val="50000"/>
              </a:schemeClr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400300" y="1522095"/>
            <a:ext cx="13309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/>
              <a:t>CNC95</a:t>
            </a:r>
            <a:r>
              <a:rPr lang="zh-CN" altLang="en-US"/>
              <a:t>准备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346960" y="4259580"/>
            <a:ext cx="194881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>
                <a:sym typeface="+mn-ea"/>
              </a:rPr>
              <a:t>VgDeviceGateway</a:t>
            </a:r>
            <a:endParaRPr lang="zh-CN" altLang="en-US"/>
          </a:p>
        </p:txBody>
      </p:sp>
      <p:sp>
        <p:nvSpPr>
          <p:cNvPr id="6" name="左大括号 5"/>
          <p:cNvSpPr/>
          <p:nvPr/>
        </p:nvSpPr>
        <p:spPr>
          <a:xfrm>
            <a:off x="2239645" y="1658620"/>
            <a:ext cx="160655" cy="280416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32765" y="2923540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钻机代理</a:t>
            </a:r>
            <a:r>
              <a:rPr lang="zh-CN" altLang="en-US"/>
              <a:t>测试</a:t>
            </a:r>
            <a:endParaRPr lang="zh-CN" altLang="en-US"/>
          </a:p>
        </p:txBody>
      </p:sp>
      <p:sp>
        <p:nvSpPr>
          <p:cNvPr id="8" name="左大括号 7"/>
          <p:cNvSpPr/>
          <p:nvPr/>
        </p:nvSpPr>
        <p:spPr>
          <a:xfrm>
            <a:off x="4258945" y="3666490"/>
            <a:ext cx="189865" cy="158877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440555" y="2949575"/>
            <a:ext cx="4631690" cy="17532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/>
              <a:t>1. D:\VEGA\</a:t>
            </a:r>
            <a:r>
              <a:rPr lang="zh-CN" altLang="en-US">
                <a:sym typeface="+mn-ea"/>
              </a:rPr>
              <a:t>VgDeviceGateway.Publish</a:t>
            </a:r>
            <a:r>
              <a:rPr lang="en-US" altLang="zh-CN">
                <a:sym typeface="+mn-ea"/>
              </a:rPr>
              <a:t>\conf</a:t>
            </a:r>
            <a:endParaRPr lang="zh-CN" altLang="en-US"/>
          </a:p>
          <a:p>
            <a:pPr algn="l"/>
            <a:r>
              <a:rPr lang="en-US" altLang="zh-CN"/>
              <a:t>2. </a:t>
            </a:r>
            <a:r>
              <a:rPr lang="zh-CN" altLang="en-US"/>
              <a:t>用记事本打开</a:t>
            </a:r>
            <a:r>
              <a:rPr lang="en-US" altLang="zh-CN"/>
              <a:t>[appsettings.Production.json]</a:t>
            </a:r>
            <a:endParaRPr lang="zh-CN" altLang="en-US"/>
          </a:p>
          <a:p>
            <a:pPr algn="l"/>
            <a:r>
              <a:rPr lang="en-US" altLang="zh-CN"/>
              <a:t>3. 有6个地方需要修改</a:t>
            </a:r>
            <a:r>
              <a:rPr lang="zh-CN" altLang="en-US"/>
              <a:t>，如下</a:t>
            </a:r>
            <a:r>
              <a:rPr lang="en-US" altLang="zh-CN"/>
              <a:t>:</a:t>
            </a:r>
            <a:endParaRPr lang="en-US" altLang="zh-CN"/>
          </a:p>
          <a:p>
            <a:pPr algn="l"/>
            <a:r>
              <a:rPr lang="en-US" altLang="zh-CN"/>
              <a:t>①机台号 ②机台IP ③自动化模式 </a:t>
            </a:r>
            <a:endParaRPr lang="en-US" altLang="zh-CN"/>
          </a:p>
          <a:p>
            <a:pPr algn="l"/>
            <a:r>
              <a:rPr lang="en-US" altLang="zh-CN"/>
              <a:t>④机器轴数 ⑤地码 ⑥是否自动开始打板</a:t>
            </a:r>
            <a:endParaRPr lang="en-US" altLang="zh-CN"/>
          </a:p>
          <a:p>
            <a:pPr algn="l"/>
            <a:r>
              <a:rPr lang="en-US" altLang="zh-CN"/>
              <a:t>           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451985" y="4946015"/>
            <a:ext cx="57518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运行：</a:t>
            </a:r>
            <a:r>
              <a:rPr lang="en-US" altLang="zh-CN">
                <a:sym typeface="+mn-ea"/>
              </a:rPr>
              <a:t>D:\VEGA\</a:t>
            </a:r>
            <a:r>
              <a:rPr lang="zh-CN" altLang="en-US">
                <a:sym typeface="+mn-ea"/>
              </a:rPr>
              <a:t>VgDeviceGateway.Publish</a:t>
            </a:r>
            <a:r>
              <a:rPr lang="en-US" altLang="zh-CN">
                <a:sym typeface="+mn-ea"/>
              </a:rPr>
              <a:t>\RunAgent.bat</a:t>
            </a:r>
            <a:endParaRPr lang="en-US" altLang="zh-CN">
              <a:sym typeface="+mn-ea"/>
            </a:endParaRPr>
          </a:p>
        </p:txBody>
      </p:sp>
      <p:sp>
        <p:nvSpPr>
          <p:cNvPr id="14" name="左大括号 13"/>
          <p:cNvSpPr/>
          <p:nvPr/>
        </p:nvSpPr>
        <p:spPr>
          <a:xfrm>
            <a:off x="3863340" y="1128395"/>
            <a:ext cx="189865" cy="108458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699885" y="676275"/>
            <a:ext cx="15868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选择</a:t>
            </a:r>
            <a:r>
              <a:rPr lang="en-US" altLang="zh-CN"/>
              <a:t>FP4205</a:t>
            </a:r>
            <a:r>
              <a:rPr lang="zh-CN" altLang="en-US"/>
              <a:t>；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713855" y="1290320"/>
            <a:ext cx="2697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如果超</a:t>
            </a:r>
            <a:r>
              <a:rPr lang="zh-CN" altLang="en-US"/>
              <a:t>界，调整程序零</a:t>
            </a:r>
            <a:r>
              <a:rPr lang="zh-CN" altLang="en-US"/>
              <a:t>点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229100" y="1031240"/>
            <a:ext cx="19164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钻机更换</a:t>
            </a:r>
            <a:r>
              <a:rPr lang="en-US" altLang="zh-CN"/>
              <a:t>404</a:t>
            </a:r>
            <a:r>
              <a:rPr lang="zh-CN" altLang="en-US"/>
              <a:t>钻带</a:t>
            </a:r>
            <a:endParaRPr lang="zh-CN" altLang="en-US"/>
          </a:p>
        </p:txBody>
      </p:sp>
      <p:sp>
        <p:nvSpPr>
          <p:cNvPr id="20" name="左大括号 19"/>
          <p:cNvSpPr/>
          <p:nvPr/>
        </p:nvSpPr>
        <p:spPr>
          <a:xfrm>
            <a:off x="6386830" y="855980"/>
            <a:ext cx="189865" cy="66611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204335" y="1976120"/>
            <a:ext cx="6024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开始选项</a:t>
            </a:r>
            <a:r>
              <a:rPr lang="en-US" altLang="zh-CN"/>
              <a:t>-&gt;</a:t>
            </a:r>
            <a:r>
              <a:rPr lang="zh-CN" altLang="en-US"/>
              <a:t>程序结束</a:t>
            </a:r>
            <a:r>
              <a:rPr lang="en-US" altLang="zh-CN"/>
              <a:t>-&gt;</a:t>
            </a:r>
            <a:r>
              <a:rPr lang="zh-CN" altLang="en-US">
                <a:highlight>
                  <a:srgbClr val="00FF00"/>
                </a:highlight>
              </a:rPr>
              <a:t>执行开始打板</a:t>
            </a:r>
            <a:r>
              <a:rPr lang="en-US" altLang="zh-CN"/>
              <a:t>-&gt;</a:t>
            </a:r>
            <a:r>
              <a:rPr lang="zh-CN" altLang="en-US"/>
              <a:t>即可完成</a:t>
            </a:r>
            <a:r>
              <a:rPr lang="en-US" altLang="zh-CN"/>
              <a:t>95</a:t>
            </a:r>
            <a:r>
              <a:rPr lang="zh-CN" altLang="en-US"/>
              <a:t>初始化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267460" y="5491480"/>
            <a:ext cx="866013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问题总结</a:t>
            </a:r>
            <a:r>
              <a:rPr lang="en-US" altLang="zh-CN"/>
              <a:t>:1,</a:t>
            </a:r>
            <a:r>
              <a:rPr lang="zh-CN" altLang="en-US"/>
              <a:t>如果正式物料，</a:t>
            </a:r>
            <a:r>
              <a:rPr lang="zh-CN" altLang="en-US">
                <a:highlight>
                  <a:srgbClr val="00FF00"/>
                </a:highlight>
              </a:rPr>
              <a:t>自动开始打板</a:t>
            </a:r>
            <a:r>
              <a:rPr lang="zh-CN" altLang="en-US"/>
              <a:t>配置成</a:t>
            </a:r>
            <a:r>
              <a:rPr lang="en-US" altLang="zh-CN">
                <a:highlight>
                  <a:srgbClr val="FF0000"/>
                </a:highlight>
              </a:rPr>
              <a:t>false</a:t>
            </a:r>
            <a:r>
              <a:rPr lang="zh-CN" altLang="en-US"/>
              <a:t>；测试物料可以自动开始</a:t>
            </a:r>
            <a:r>
              <a:rPr lang="zh-CN" altLang="en-US"/>
              <a:t>打板。</a:t>
            </a:r>
            <a:endParaRPr lang="zh-CN" altLang="en-US"/>
          </a:p>
          <a:p>
            <a:pPr algn="l"/>
            <a:r>
              <a:rPr lang="en-US" altLang="zh-CN"/>
              <a:t>               2,T1</a:t>
            </a:r>
            <a:r>
              <a:rPr lang="zh-CN" altLang="en-US"/>
              <a:t>刀具寿命用完提示，用</a:t>
            </a:r>
            <a:r>
              <a:rPr lang="en-US" altLang="zh-CN"/>
              <a:t>[</a:t>
            </a:r>
            <a:r>
              <a:rPr lang="zh-CN" altLang="en-US">
                <a:highlight>
                  <a:srgbClr val="FFFF00"/>
                </a:highlight>
              </a:rPr>
              <a:t>空格键</a:t>
            </a:r>
            <a:r>
              <a:rPr lang="en-US" altLang="zh-CN"/>
              <a:t>]</a:t>
            </a:r>
            <a:r>
              <a:rPr lang="zh-CN" altLang="en-US"/>
              <a:t>取消，然后再次</a:t>
            </a:r>
            <a:r>
              <a:rPr lang="en-US" altLang="zh-CN">
                <a:sym typeface="+mn-ea"/>
              </a:rPr>
              <a:t>[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空格键</a:t>
            </a:r>
            <a:r>
              <a:rPr lang="en-US" altLang="zh-CN">
                <a:sym typeface="+mn-ea"/>
              </a:rPr>
              <a:t>]</a:t>
            </a:r>
            <a:r>
              <a:rPr lang="zh-CN" altLang="en-US"/>
              <a:t>启动打板即可。</a:t>
            </a:r>
            <a:endParaRPr lang="zh-CN" altLang="en-US"/>
          </a:p>
          <a:p>
            <a:pPr algn="l"/>
            <a:r>
              <a:rPr lang="zh-CN" altLang="en-US"/>
              <a:t> </a:t>
            </a:r>
            <a:r>
              <a:rPr lang="en-US" altLang="zh-CN"/>
              <a:t>              3, IIoT</a:t>
            </a:r>
            <a:r>
              <a:rPr lang="zh-CN" altLang="en-US"/>
              <a:t>问题排查见</a:t>
            </a:r>
            <a:r>
              <a:rPr lang="en-US" altLang="zh-CN"/>
              <a:t>[SM IIoT Connect软件安装操作说明 V1.0.0.pdf]  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9581515" y="3065145"/>
            <a:ext cx="26028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备注：</a:t>
            </a:r>
            <a:endParaRPr lang="zh-CN" altLang="en-US"/>
          </a:p>
          <a:p>
            <a:r>
              <a:rPr lang="en-US" altLang="zh-CN">
                <a:highlight>
                  <a:srgbClr val="00FF00"/>
                </a:highlight>
              </a:rPr>
              <a:t>M44</a:t>
            </a:r>
            <a:r>
              <a:rPr lang="en-US" altLang="zh-CN"/>
              <a:t> </a:t>
            </a:r>
            <a:r>
              <a:rPr lang="zh-CN" altLang="en-US"/>
              <a:t>压板功能键</a:t>
            </a:r>
            <a:endParaRPr lang="en-US" altLang="zh-CN"/>
          </a:p>
          <a:p>
            <a:r>
              <a:rPr lang="en-US" altLang="zh-CN">
                <a:highlight>
                  <a:srgbClr val="00FF00"/>
                </a:highlight>
              </a:rPr>
              <a:t>M38</a:t>
            </a:r>
            <a:r>
              <a:rPr lang="en-US" altLang="zh-CN"/>
              <a:t> </a:t>
            </a:r>
            <a:r>
              <a:rPr lang="zh-CN" altLang="en-US"/>
              <a:t>小板蘑菇头</a:t>
            </a:r>
            <a:r>
              <a:rPr lang="zh-CN" altLang="en-US">
                <a:sym typeface="+mn-ea"/>
              </a:rPr>
              <a:t>功能键</a:t>
            </a:r>
            <a:endParaRPr lang="en-US" altLang="zh-CN"/>
          </a:p>
          <a:p>
            <a:r>
              <a:rPr lang="en-US" altLang="zh-CN">
                <a:highlight>
                  <a:srgbClr val="00FF00"/>
                </a:highlight>
              </a:rPr>
              <a:t>M41</a:t>
            </a:r>
            <a:r>
              <a:rPr lang="en-US" altLang="zh-CN"/>
              <a:t> </a:t>
            </a:r>
            <a:r>
              <a:rPr lang="zh-CN" altLang="en-US">
                <a:sym typeface="+mn-ea"/>
              </a:rPr>
              <a:t>大板蘑菇头功能键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fill="hold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9" name="图片 18" descr="未标题-1"/>
          <p:cNvPicPr>
            <a:picLocks noChangeAspect="1"/>
          </p:cNvPicPr>
          <p:nvPr/>
        </p:nvPicPr>
        <p:blipFill>
          <a:blip r:embed="rId1"/>
          <a:srcRect t="87001"/>
          <a:stretch>
            <a:fillRect/>
          </a:stretch>
        </p:blipFill>
        <p:spPr>
          <a:xfrm>
            <a:off x="0" y="6356985"/>
            <a:ext cx="12192635" cy="511175"/>
          </a:xfrm>
          <a:prstGeom prst="rect">
            <a:avLst/>
          </a:prstGeom>
        </p:spPr>
      </p:pic>
      <p:sp>
        <p:nvSpPr>
          <p:cNvPr id="21" name="TextBox 18"/>
          <p:cNvSpPr txBox="1"/>
          <p:nvPr/>
        </p:nvSpPr>
        <p:spPr>
          <a:xfrm>
            <a:off x="10168830" y="6454286"/>
            <a:ext cx="1878364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defTabSz="7131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1" baseline="0" dirty="0">
                <a:solidFill>
                  <a:schemeClr val="bg1"/>
                </a:solidFill>
                <a:latin typeface="Arial Bold" panose="020B0604020202090204" charset="0"/>
                <a:ea typeface="微软雅黑" panose="020B0503020204020204" charset="-122"/>
                <a:cs typeface="Arial Bold" panose="020B0604020202090204" charset="0"/>
              </a:rPr>
              <a:t>www.vegagroup.cn</a:t>
            </a:r>
            <a:endParaRPr lang="en-US" sz="1200" b="1" baseline="0" dirty="0">
              <a:solidFill>
                <a:schemeClr val="bg1"/>
              </a:solidFill>
              <a:latin typeface="Arial Bold" panose="020B0604020202090204" charset="0"/>
              <a:ea typeface="微软雅黑" panose="020B0503020204020204" charset="-122"/>
              <a:cs typeface="Arial Bold" panose="020B06040202020902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007360" y="6401435"/>
            <a:ext cx="5728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i="1" spc="30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成就事业梦想 推动科技进步</a:t>
            </a:r>
            <a:endParaRPr lang="zh-CN" altLang="en-US" i="1" spc="300"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1" name="图片 50" descr="logo(转曲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" y="6388735"/>
            <a:ext cx="1346835" cy="320040"/>
          </a:xfrm>
          <a:prstGeom prst="rect">
            <a:avLst/>
          </a:prstGeom>
        </p:spPr>
      </p:pic>
      <p:grpSp>
        <p:nvGrpSpPr>
          <p:cNvPr id="37" name="组合 36"/>
          <p:cNvGrpSpPr/>
          <p:nvPr/>
        </p:nvGrpSpPr>
        <p:grpSpPr>
          <a:xfrm>
            <a:off x="364490" y="294640"/>
            <a:ext cx="2964815" cy="429895"/>
            <a:chOff x="1136" y="1137"/>
            <a:chExt cx="4669" cy="677"/>
          </a:xfrm>
        </p:grpSpPr>
        <p:grpSp>
          <p:nvGrpSpPr>
            <p:cNvPr id="28" name="组合 27"/>
            <p:cNvGrpSpPr/>
            <p:nvPr/>
          </p:nvGrpSpPr>
          <p:grpSpPr>
            <a:xfrm>
              <a:off x="1136" y="1355"/>
              <a:ext cx="1168" cy="272"/>
              <a:chOff x="651164" y="595745"/>
              <a:chExt cx="1754093" cy="331435"/>
            </a:xfrm>
            <a:gradFill>
              <a:gsLst>
                <a:gs pos="100000">
                  <a:srgbClr val="2A96AA"/>
                </a:gs>
                <a:gs pos="1000">
                  <a:srgbClr val="13639C"/>
                </a:gs>
                <a:gs pos="53000">
                  <a:srgbClr val="2A96AA"/>
                </a:gs>
              </a:gsLst>
              <a:lin ang="2700000" scaled="0"/>
            </a:gradFill>
          </p:grpSpPr>
          <p:sp>
            <p:nvSpPr>
              <p:cNvPr id="29" name="矩形 28"/>
              <p:cNvSpPr/>
              <p:nvPr/>
            </p:nvSpPr>
            <p:spPr>
              <a:xfrm>
                <a:off x="651164" y="595745"/>
                <a:ext cx="331329" cy="33143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1362546" y="595745"/>
                <a:ext cx="331329" cy="331435"/>
              </a:xfrm>
              <a:prstGeom prst="rect">
                <a:avLst/>
              </a:prstGeom>
              <a:gradFill>
                <a:gsLst>
                  <a:gs pos="0">
                    <a:srgbClr val="0B3959"/>
                  </a:gs>
                  <a:gs pos="100000">
                    <a:schemeClr val="accent5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073928" y="595745"/>
                <a:ext cx="331329" cy="331435"/>
              </a:xfrm>
              <a:prstGeom prst="rect">
                <a:avLst/>
              </a:prstGeom>
              <a:gradFill>
                <a:gsLst>
                  <a:gs pos="0">
                    <a:srgbClr val="FF8D30"/>
                  </a:gs>
                  <a:gs pos="100000">
                    <a:srgbClr val="FF391E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35" name="文本框 34"/>
            <p:cNvSpPr txBox="1"/>
            <p:nvPr/>
          </p:nvSpPr>
          <p:spPr>
            <a:xfrm flipH="1">
              <a:off x="2476" y="1137"/>
              <a:ext cx="3329" cy="6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p>
              <a:pPr algn="l"/>
              <a:r>
                <a:rPr lang="zh-CN" altLang="en-US" sz="2200" b="1" dirty="0">
                  <a:solidFill>
                    <a:srgbClr val="0B3959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页面</a:t>
              </a:r>
              <a:r>
                <a:rPr lang="zh-CN" altLang="en-US" sz="2200" b="1" dirty="0">
                  <a:solidFill>
                    <a:srgbClr val="0B3959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说明</a:t>
              </a:r>
              <a:endParaRPr lang="zh-CN" altLang="en-US" sz="2200" b="1" dirty="0">
                <a:solidFill>
                  <a:srgbClr val="0B3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cxnSp>
        <p:nvCxnSpPr>
          <p:cNvPr id="30" name="直接连接符 29"/>
          <p:cNvCxnSpPr/>
          <p:nvPr/>
        </p:nvCxnSpPr>
        <p:spPr>
          <a:xfrm flipV="1">
            <a:off x="3128010" y="540385"/>
            <a:ext cx="8491220" cy="1905"/>
          </a:xfrm>
          <a:prstGeom prst="line">
            <a:avLst/>
          </a:prstGeom>
          <a:ln w="3175" cap="rnd">
            <a:solidFill>
              <a:schemeClr val="bg1">
                <a:lumMod val="50000"/>
              </a:schemeClr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10" y="697230"/>
            <a:ext cx="9225915" cy="550481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9529445" y="724535"/>
            <a:ext cx="26625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  <a:highlight>
                  <a:srgbClr val="FFFF00"/>
                </a:highlight>
              </a:rPr>
              <a:t>钻机提示</a:t>
            </a:r>
            <a:endParaRPr lang="zh-CN" altLang="en-US"/>
          </a:p>
          <a:p>
            <a:r>
              <a:rPr lang="zh-CN" altLang="en-US"/>
              <a:t>【呼叫成功】代表</a:t>
            </a:r>
            <a:r>
              <a:rPr lang="en-US" altLang="zh-CN"/>
              <a:t>OK</a:t>
            </a:r>
            <a:endParaRPr lang="en-US" altLang="zh-CN"/>
          </a:p>
          <a:p>
            <a:r>
              <a:rPr lang="zh-CN" altLang="en-US"/>
              <a:t>否则根据提示排查</a:t>
            </a:r>
            <a:r>
              <a:rPr lang="zh-CN" altLang="en-US"/>
              <a:t>问题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fill="hold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Oval 5"/>
          <p:cNvSpPr/>
          <p:nvPr/>
        </p:nvSpPr>
        <p:spPr>
          <a:xfrm>
            <a:off x="1538514" y="-910776"/>
            <a:ext cx="9114972" cy="9114972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10000"/>
                </a:schemeClr>
              </a:gs>
              <a:gs pos="99000">
                <a:schemeClr val="accent2">
                  <a:alpha val="0"/>
                </a:schemeClr>
              </a:gs>
            </a:gsLst>
            <a:lin ang="7200000" scaled="0"/>
            <a:tileRect/>
          </a:gradFill>
          <a:ln>
            <a:noFill/>
          </a:ln>
          <a:effectLst>
            <a:outerShdw blurRad="889000" dist="254000" dir="5400000" sx="80000" sy="8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id-ID" sz="14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val 1"/>
          <p:cNvSpPr/>
          <p:nvPr/>
        </p:nvSpPr>
        <p:spPr>
          <a:xfrm>
            <a:off x="3181350" y="644980"/>
            <a:ext cx="5829300" cy="5829298"/>
          </a:xfrm>
          <a:prstGeom prst="ellipse">
            <a:avLst/>
          </a:prstGeom>
          <a:gradFill>
            <a:gsLst>
              <a:gs pos="2000">
                <a:schemeClr val="accent1">
                  <a:alpha val="79000"/>
                </a:schemeClr>
              </a:gs>
              <a:gs pos="100000">
                <a:schemeClr val="accent2">
                  <a:alpha val="0"/>
                </a:schemeClr>
              </a:gs>
            </a:gsLst>
            <a:path path="circle">
              <a:fillToRect l="50000" t="-80000" r="50000" b="18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latin typeface="微软雅黑" panose="020B0503020204020204" charset="-122"/>
            </a:endParaRPr>
          </a:p>
        </p:txBody>
      </p:sp>
      <p:sp>
        <p:nvSpPr>
          <p:cNvPr id="41" name="Oval 2"/>
          <p:cNvSpPr/>
          <p:nvPr/>
        </p:nvSpPr>
        <p:spPr>
          <a:xfrm>
            <a:off x="2876550" y="4381500"/>
            <a:ext cx="1524000" cy="1524000"/>
          </a:xfrm>
          <a:prstGeom prst="ellipse">
            <a:avLst/>
          </a:prstGeom>
          <a:solidFill>
            <a:srgbClr val="132A5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latin typeface="微软雅黑" panose="020B0503020204020204" charset="-122"/>
            </a:endParaRPr>
          </a:p>
        </p:txBody>
      </p:sp>
      <p:sp>
        <p:nvSpPr>
          <p:cNvPr id="50" name="Oval 3"/>
          <p:cNvSpPr/>
          <p:nvPr/>
        </p:nvSpPr>
        <p:spPr>
          <a:xfrm>
            <a:off x="8288564" y="1727200"/>
            <a:ext cx="838200" cy="838200"/>
          </a:xfrm>
          <a:prstGeom prst="ellipse">
            <a:avLst/>
          </a:prstGeom>
          <a:solidFill>
            <a:srgbClr val="FB7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latin typeface="微软雅黑" panose="020B0503020204020204" charset="-122"/>
            </a:endParaRPr>
          </a:p>
        </p:txBody>
      </p:sp>
      <p:sp>
        <p:nvSpPr>
          <p:cNvPr id="52" name="PA-文本框 1"/>
          <p:cNvSpPr txBox="1"/>
          <p:nvPr>
            <p:custDataLst>
              <p:tags r:id="rId2"/>
            </p:custDataLst>
          </p:nvPr>
        </p:nvSpPr>
        <p:spPr>
          <a:xfrm>
            <a:off x="3649650" y="2565592"/>
            <a:ext cx="73090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500" dirty="0">
                <a:gradFill>
                  <a:gsLst>
                    <a:gs pos="96000">
                      <a:schemeClr val="bg1">
                        <a:alpha val="0"/>
                      </a:schemeClr>
                    </a:gs>
                    <a:gs pos="76000">
                      <a:srgbClr val="FFFFFF">
                        <a:alpha val="36000"/>
                      </a:srgbClr>
                    </a:gs>
                    <a:gs pos="45000">
                      <a:schemeClr val="bg1"/>
                    </a:gs>
                  </a:gsLst>
                  <a:lin ang="0" scaled="0"/>
                </a:gradFill>
                <a:effectLst>
                  <a:outerShdw blurRad="254000" dist="101600" dir="5400000" algn="ctr" rotWithShape="0">
                    <a:srgbClr val="000000">
                      <a:alpha val="1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T</a:t>
            </a:r>
            <a:endParaRPr lang="id-ID" sz="11500" dirty="0">
              <a:gradFill>
                <a:gsLst>
                  <a:gs pos="96000">
                    <a:schemeClr val="bg1">
                      <a:alpha val="0"/>
                    </a:schemeClr>
                  </a:gs>
                  <a:gs pos="76000">
                    <a:srgbClr val="FFFFFF">
                      <a:alpha val="36000"/>
                    </a:srgbClr>
                  </a:gs>
                  <a:gs pos="45000">
                    <a:schemeClr val="bg1"/>
                  </a:gs>
                </a:gsLst>
                <a:lin ang="0" scaled="0"/>
              </a:gradFill>
              <a:effectLst>
                <a:outerShdw blurRad="254000" dist="101600" dir="5400000" algn="ctr" rotWithShape="0">
                  <a:srgbClr val="000000">
                    <a:alpha val="15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PA-文本框 1"/>
          <p:cNvSpPr txBox="1"/>
          <p:nvPr>
            <p:custDataLst>
              <p:tags r:id="rId3"/>
            </p:custDataLst>
          </p:nvPr>
        </p:nvSpPr>
        <p:spPr>
          <a:xfrm>
            <a:off x="4384259" y="2565592"/>
            <a:ext cx="73090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500" dirty="0">
                <a:gradFill>
                  <a:gsLst>
                    <a:gs pos="96000">
                      <a:schemeClr val="bg1">
                        <a:alpha val="0"/>
                      </a:schemeClr>
                    </a:gs>
                    <a:gs pos="76000">
                      <a:srgbClr val="FFFFFF">
                        <a:alpha val="36000"/>
                      </a:srgbClr>
                    </a:gs>
                    <a:gs pos="45000">
                      <a:schemeClr val="bg1"/>
                    </a:gs>
                  </a:gsLst>
                  <a:lin ang="0" scaled="0"/>
                </a:gradFill>
                <a:effectLst>
                  <a:outerShdw blurRad="254000" dist="101600" dir="5400000" algn="ctr" rotWithShape="0">
                    <a:srgbClr val="000000">
                      <a:alpha val="1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H</a:t>
            </a:r>
            <a:endParaRPr lang="id-ID" sz="11500" dirty="0">
              <a:gradFill>
                <a:gsLst>
                  <a:gs pos="96000">
                    <a:schemeClr val="bg1">
                      <a:alpha val="0"/>
                    </a:schemeClr>
                  </a:gs>
                  <a:gs pos="76000">
                    <a:srgbClr val="FFFFFF">
                      <a:alpha val="36000"/>
                    </a:srgbClr>
                  </a:gs>
                  <a:gs pos="45000">
                    <a:schemeClr val="bg1"/>
                  </a:gs>
                </a:gsLst>
                <a:lin ang="0" scaled="0"/>
              </a:gradFill>
              <a:effectLst>
                <a:outerShdw blurRad="254000" dist="101600" dir="5400000" algn="ctr" rotWithShape="0">
                  <a:srgbClr val="000000">
                    <a:alpha val="15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PA-文本框 1"/>
          <p:cNvSpPr txBox="1"/>
          <p:nvPr>
            <p:custDataLst>
              <p:tags r:id="rId4"/>
            </p:custDataLst>
          </p:nvPr>
        </p:nvSpPr>
        <p:spPr>
          <a:xfrm>
            <a:off x="5118868" y="2565592"/>
            <a:ext cx="73090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500" dirty="0">
                <a:gradFill>
                  <a:gsLst>
                    <a:gs pos="96000">
                      <a:schemeClr val="bg1">
                        <a:alpha val="0"/>
                      </a:schemeClr>
                    </a:gs>
                    <a:gs pos="76000">
                      <a:srgbClr val="FFFFFF">
                        <a:alpha val="36000"/>
                      </a:srgbClr>
                    </a:gs>
                    <a:gs pos="45000">
                      <a:schemeClr val="bg1"/>
                    </a:gs>
                  </a:gsLst>
                  <a:lin ang="0" scaled="0"/>
                </a:gradFill>
                <a:effectLst>
                  <a:outerShdw blurRad="254000" dist="101600" dir="5400000" algn="ctr" rotWithShape="0">
                    <a:srgbClr val="000000">
                      <a:alpha val="1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id-ID" sz="11500" dirty="0">
              <a:gradFill>
                <a:gsLst>
                  <a:gs pos="96000">
                    <a:schemeClr val="bg1">
                      <a:alpha val="0"/>
                    </a:schemeClr>
                  </a:gs>
                  <a:gs pos="76000">
                    <a:srgbClr val="FFFFFF">
                      <a:alpha val="36000"/>
                    </a:srgbClr>
                  </a:gs>
                  <a:gs pos="45000">
                    <a:schemeClr val="bg1"/>
                  </a:gs>
                </a:gsLst>
                <a:lin ang="0" scaled="0"/>
              </a:gradFill>
              <a:effectLst>
                <a:outerShdw blurRad="254000" dist="101600" dir="5400000" algn="ctr" rotWithShape="0">
                  <a:srgbClr val="000000">
                    <a:alpha val="15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PA-文本框 1"/>
          <p:cNvSpPr txBox="1"/>
          <p:nvPr>
            <p:custDataLst>
              <p:tags r:id="rId5"/>
            </p:custDataLst>
          </p:nvPr>
        </p:nvSpPr>
        <p:spPr>
          <a:xfrm>
            <a:off x="5853477" y="2565592"/>
            <a:ext cx="73090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500" dirty="0">
                <a:gradFill>
                  <a:gsLst>
                    <a:gs pos="96000">
                      <a:schemeClr val="bg1">
                        <a:alpha val="0"/>
                      </a:schemeClr>
                    </a:gs>
                    <a:gs pos="76000">
                      <a:srgbClr val="FFFFFF">
                        <a:alpha val="36000"/>
                      </a:srgbClr>
                    </a:gs>
                    <a:gs pos="45000">
                      <a:schemeClr val="bg1"/>
                    </a:gs>
                  </a:gsLst>
                  <a:lin ang="0" scaled="0"/>
                </a:gradFill>
                <a:effectLst>
                  <a:outerShdw blurRad="254000" dist="101600" dir="5400000" algn="ctr" rotWithShape="0">
                    <a:srgbClr val="000000">
                      <a:alpha val="1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N</a:t>
            </a:r>
            <a:endParaRPr lang="id-ID" sz="11500" dirty="0">
              <a:gradFill>
                <a:gsLst>
                  <a:gs pos="96000">
                    <a:schemeClr val="bg1">
                      <a:alpha val="0"/>
                    </a:schemeClr>
                  </a:gs>
                  <a:gs pos="76000">
                    <a:srgbClr val="FFFFFF">
                      <a:alpha val="36000"/>
                    </a:srgbClr>
                  </a:gs>
                  <a:gs pos="45000">
                    <a:schemeClr val="bg1"/>
                  </a:gs>
                </a:gsLst>
                <a:lin ang="0" scaled="0"/>
              </a:gradFill>
              <a:effectLst>
                <a:outerShdw blurRad="254000" dist="101600" dir="5400000" algn="ctr" rotWithShape="0">
                  <a:srgbClr val="000000">
                    <a:alpha val="15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PA-文本框 1"/>
          <p:cNvSpPr txBox="1"/>
          <p:nvPr>
            <p:custDataLst>
              <p:tags r:id="rId6"/>
            </p:custDataLst>
          </p:nvPr>
        </p:nvSpPr>
        <p:spPr>
          <a:xfrm>
            <a:off x="6588086" y="2565592"/>
            <a:ext cx="73090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500" dirty="0">
                <a:gradFill>
                  <a:gsLst>
                    <a:gs pos="96000">
                      <a:schemeClr val="bg1">
                        <a:alpha val="0"/>
                      </a:schemeClr>
                    </a:gs>
                    <a:gs pos="76000">
                      <a:srgbClr val="FFFFFF">
                        <a:alpha val="36000"/>
                      </a:srgbClr>
                    </a:gs>
                    <a:gs pos="45000">
                      <a:schemeClr val="bg1"/>
                    </a:gs>
                  </a:gsLst>
                  <a:lin ang="0" scaled="0"/>
                </a:gradFill>
                <a:effectLst>
                  <a:outerShdw blurRad="254000" dist="101600" dir="5400000" algn="ctr" rotWithShape="0">
                    <a:srgbClr val="000000">
                      <a:alpha val="1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K</a:t>
            </a:r>
            <a:endParaRPr lang="id-ID" sz="11500" dirty="0">
              <a:gradFill>
                <a:gsLst>
                  <a:gs pos="96000">
                    <a:schemeClr val="bg1">
                      <a:alpha val="0"/>
                    </a:schemeClr>
                  </a:gs>
                  <a:gs pos="76000">
                    <a:srgbClr val="FFFFFF">
                      <a:alpha val="36000"/>
                    </a:srgbClr>
                  </a:gs>
                  <a:gs pos="45000">
                    <a:schemeClr val="bg1"/>
                  </a:gs>
                </a:gsLst>
                <a:lin ang="0" scaled="0"/>
              </a:gradFill>
              <a:effectLst>
                <a:outerShdw blurRad="254000" dist="101600" dir="5400000" algn="ctr" rotWithShape="0">
                  <a:srgbClr val="000000">
                    <a:alpha val="15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PA-文本框 1"/>
          <p:cNvSpPr txBox="1"/>
          <p:nvPr>
            <p:custDataLst>
              <p:tags r:id="rId7"/>
            </p:custDataLst>
          </p:nvPr>
        </p:nvSpPr>
        <p:spPr>
          <a:xfrm>
            <a:off x="7322695" y="2565592"/>
            <a:ext cx="73090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500" dirty="0">
                <a:gradFill>
                  <a:gsLst>
                    <a:gs pos="96000">
                      <a:schemeClr val="bg1">
                        <a:alpha val="0"/>
                      </a:schemeClr>
                    </a:gs>
                    <a:gs pos="76000">
                      <a:srgbClr val="FFFFFF">
                        <a:alpha val="36000"/>
                      </a:srgbClr>
                    </a:gs>
                    <a:gs pos="45000">
                      <a:schemeClr val="bg1"/>
                    </a:gs>
                  </a:gsLst>
                  <a:lin ang="0" scaled="0"/>
                </a:gradFill>
                <a:effectLst>
                  <a:outerShdw blurRad="254000" dist="101600" dir="5400000" algn="ctr" rotWithShape="0">
                    <a:srgbClr val="000000">
                      <a:alpha val="1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S</a:t>
            </a:r>
            <a:endParaRPr lang="id-ID" sz="11500" dirty="0">
              <a:gradFill>
                <a:gsLst>
                  <a:gs pos="96000">
                    <a:schemeClr val="bg1">
                      <a:alpha val="0"/>
                    </a:schemeClr>
                  </a:gs>
                  <a:gs pos="76000">
                    <a:srgbClr val="FFFFFF">
                      <a:alpha val="36000"/>
                    </a:srgbClr>
                  </a:gs>
                  <a:gs pos="45000">
                    <a:schemeClr val="bg1"/>
                  </a:gs>
                </a:gsLst>
                <a:lin ang="0" scaled="0"/>
              </a:gradFill>
              <a:effectLst>
                <a:outerShdw blurRad="254000" dist="101600" dir="5400000" algn="ctr" rotWithShape="0">
                  <a:srgbClr val="000000">
                    <a:alpha val="15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repeatCount="indefinite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1000" fill="hold"/>
                                        <p:tgtEl>
                                          <p:spTgt spid="32"/>
                                        </p:tgtEl>
                                      </p:cBhvr>
                                      <p:by x="107000" y="107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3" presetClass="entr" presetSubtype="16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6" presetClass="emph" presetSubtype="0" repeatCount="indefinite" decel="4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1500" fill="hold"/>
                                        <p:tgtEl>
                                          <p:spTgt spid="1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ntr" presetSubtype="4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path" presetSubtype="0" repeatCount="indefinite" accel="50000" decel="50000" autoRev="1" fill="hold" grpId="1" nodeType="withEffect">
                                  <p:stCondLst>
                                    <p:cond delay="3250"/>
                                  </p:stCondLst>
                                  <p:childTnLst>
                                    <p:animMotion origin="layout" path="M 3.75E-6 0 L 3.75E-6 0.02847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12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path" presetSubtype="0" repeatCount="indefinite" accel="50000" decel="50000" autoRev="1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2.29167E-6 4.81481E-6 L 2.29167E-6 0.02847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12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entr" presetSubtype="0" decel="7000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5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37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8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0" presetClass="entr" presetSubtype="0" decel="7000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3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45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6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0" presetClass="entr" presetSubtype="0" decel="7000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1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2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53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4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0" presetClass="entr" presetSubtype="0" decel="7000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9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0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61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2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0" presetClass="entr" presetSubtype="0" decel="7000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4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7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8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69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70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0" presetClass="entr" presetSubtype="0" decel="7000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2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75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6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77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78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18" grpId="1" bldLvl="0" animBg="1"/>
      <p:bldP spid="18" grpId="2" bldLvl="0" animBg="1"/>
      <p:bldP spid="32" grpId="0" bldLvl="0" animBg="1"/>
      <p:bldP spid="32" grpId="1" bldLvl="0" animBg="1"/>
      <p:bldP spid="41" grpId="0" bldLvl="0" animBg="1"/>
      <p:bldP spid="41" grpId="1" bldLvl="0" animBg="1"/>
      <p:bldP spid="50" grpId="0" bldLvl="0" animBg="1"/>
      <p:bldP spid="50" grpId="1" bldLvl="0" animBg="1"/>
      <p:bldP spid="52" grpId="0"/>
      <p:bldP spid="53" grpId="0"/>
      <p:bldP spid="54" grpId="0"/>
      <p:bldP spid="55" grpId="0"/>
      <p:bldP spid="60" grpId="0"/>
      <p:bldP spid="61" grpId="0"/>
    </p:bldLst>
  </p:timing>
</p:sld>
</file>

<file path=ppt/tags/tag1.xml><?xml version="1.0" encoding="utf-8"?>
<p:tagLst xmlns:p="http://schemas.openxmlformats.org/presentationml/2006/main">
  <p:tag name="PA" val="v5.2.9"/>
  <p:tag name="RESOURCELIBID_ANIM" val="462"/>
</p:tagLst>
</file>

<file path=ppt/tags/tag2.xml><?xml version="1.0" encoding="utf-8"?>
<p:tagLst xmlns:p="http://schemas.openxmlformats.org/presentationml/2006/main">
  <p:tag name="PA" val="v5.2.9"/>
  <p:tag name="RESOURCELIBID_ANIM" val="462"/>
</p:tagLst>
</file>

<file path=ppt/tags/tag3.xml><?xml version="1.0" encoding="utf-8"?>
<p:tagLst xmlns:p="http://schemas.openxmlformats.org/presentationml/2006/main">
  <p:tag name="PA" val="v5.2.9"/>
  <p:tag name="RESOURCELIBID_ANIM" val="462"/>
</p:tagLst>
</file>

<file path=ppt/tags/tag4.xml><?xml version="1.0" encoding="utf-8"?>
<p:tagLst xmlns:p="http://schemas.openxmlformats.org/presentationml/2006/main">
  <p:tag name="PA" val="v5.2.9"/>
  <p:tag name="RESOURCELIBID_ANIM" val="462"/>
</p:tagLst>
</file>

<file path=ppt/tags/tag5.xml><?xml version="1.0" encoding="utf-8"?>
<p:tagLst xmlns:p="http://schemas.openxmlformats.org/presentationml/2006/main">
  <p:tag name="PA" val="v5.2.9"/>
  <p:tag name="RESOURCELIBID_ANIM" val="462"/>
</p:tagLst>
</file>

<file path=ppt/tags/tag6.xml><?xml version="1.0" encoding="utf-8"?>
<p:tagLst xmlns:p="http://schemas.openxmlformats.org/presentationml/2006/main">
  <p:tag name="PA" val="v5.2.9"/>
  <p:tag name="RESOURCELIBID_ANIM" val="462"/>
</p:tagLst>
</file>

<file path=ppt/tags/tag7.xml><?xml version="1.0" encoding="utf-8"?>
<p:tagLst xmlns:p="http://schemas.openxmlformats.org/presentationml/2006/main">
  <p:tag name="commondata" val="eyJoZGlkIjoiMjU4NjdkZGM5NGM2MzFmMmI0ZDA0ZGE2NzRlZGYwNjc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">
  <a:themeElements>
    <a:clrScheme name="Mark Zegulberg team">
      <a:dk1>
        <a:srgbClr val="2B2B2B"/>
      </a:dk1>
      <a:lt1>
        <a:srgbClr val="F6F8F8"/>
      </a:lt1>
      <a:dk2>
        <a:srgbClr val="2B2B2B"/>
      </a:dk2>
      <a:lt2>
        <a:srgbClr val="FFFFFF"/>
      </a:lt2>
      <a:accent1>
        <a:srgbClr val="41B7D0"/>
      </a:accent1>
      <a:accent2>
        <a:srgbClr val="3FACD0"/>
      </a:accent2>
      <a:accent3>
        <a:srgbClr val="3DA1D2"/>
      </a:accent3>
      <a:accent4>
        <a:srgbClr val="3B96D3"/>
      </a:accent4>
      <a:accent5>
        <a:srgbClr val="398BD5"/>
      </a:accent5>
      <a:accent6>
        <a:srgbClr val="3780D7"/>
      </a:accent6>
      <a:hlink>
        <a:srgbClr val="5B9BD5"/>
      </a:hlink>
      <a:folHlink>
        <a:srgbClr val="70AD47"/>
      </a:folHlink>
    </a:clrScheme>
    <a:fontScheme name="qc5pcem1">
      <a:majorFont>
        <a:latin typeface="字魂59号-创粗黑"/>
        <a:ea typeface="字魂59号-创粗黑"/>
        <a:cs typeface=""/>
      </a:majorFont>
      <a:minorFont>
        <a:latin typeface="字魂59号-创粗黑"/>
        <a:ea typeface="字魂59号-创粗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619</Words>
  <Application>WPS 演示</Application>
  <PresentationFormat>宽屏</PresentationFormat>
  <Paragraphs>78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Source Sans Pro</vt:lpstr>
      <vt:lpstr>Arial Black</vt:lpstr>
      <vt:lpstr>Arial Bold</vt:lpstr>
      <vt:lpstr>Calibri</vt:lpstr>
      <vt:lpstr>Arial Unicode MS</vt:lpstr>
      <vt:lpstr>等线</vt:lpstr>
      <vt:lpstr>字魂59号-创粗黑</vt:lpstr>
      <vt:lpstr>黑体</vt:lpstr>
      <vt:lpstr>Office 主题​​</vt:lpstr>
      <vt:lpstr>Content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zhiyibie</dc:creator>
  <cp:lastModifiedBy>zhushipeng</cp:lastModifiedBy>
  <cp:revision>179</cp:revision>
  <dcterms:created xsi:type="dcterms:W3CDTF">2021-07-04T13:40:00Z</dcterms:created>
  <dcterms:modified xsi:type="dcterms:W3CDTF">2024-06-28T07:01:33Z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992D8F733756472B9E00CE80746E7363_12</vt:lpwstr>
  </property>
</Properties>
</file>